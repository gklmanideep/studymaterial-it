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C656-D63A-5210-7BC1-37327EDB3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DAE93-EAA1-1C06-565B-6D2905841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E65B-662E-B414-E714-77BABBC6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3DC9D-E740-15CE-A023-F5DD4E24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03F0-A4E0-FFB5-85BF-A591AF65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1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C4F-FB42-A8F9-5840-4016FD3A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14076-FFEF-D222-638A-8D4D413AF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DBA8E-8A81-7C20-871A-C1968A02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7C41F-A796-EAD3-61C9-5DF9D604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00588-BDF1-06E9-6F86-892C3A17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4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1956-B33B-8DC3-5F95-9EF6E1D0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0B6C4-A884-D778-7192-2A8274DD0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983B7-FE47-E49F-B249-2552F3BE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2853-28BD-F418-CF69-925D6CB5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9390D-8F11-D444-82C0-380E0869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7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12D8-7EA0-F553-9C37-10070AA0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827B-FB80-4DC2-DFE5-3B7AD1B32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531D1-8023-B1AD-45E9-5E912DC24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DFAA1-E0CD-5471-FFFE-2EBFB0D2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44E15-2F5B-A555-2161-0866536E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09824-38A8-73BC-75EF-6583F4B9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94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B977-7206-087E-3127-265FFEDF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16C8D-16D5-FBAC-43D3-A6B1C630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AC760-D40E-FB6C-2026-0D45B1164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77940-3132-5B56-2680-93270CBCB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E306C-A4BC-66F2-666D-6363A8E04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DE075-D65E-41E1-E45B-D5FA792CA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C4DDE-6232-395D-C7E1-85FD1197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D8401-ECA2-B5E3-1FB7-4C946B1F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55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B9E9-D8C4-E7A8-FD25-AA05D6B6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F1027-B9B4-69ED-7F46-225EEFE4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9D842-36C4-B972-1135-ED78A27E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78227-3788-1FAF-9103-E3702054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5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F6EC4-0962-F9AD-E676-AC8A8B00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45426-E0AB-726D-635B-12CC61F6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1B243-9BCE-7A17-AA0B-82B772F9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63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7B4A-0FE0-BD75-871B-2C66C6FF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430A-5C30-A929-4DC3-5D9C7B7FB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E3941-3C40-5619-3B09-9E3E3DFF1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8AEC6-5C68-4B37-75BE-0298D4B8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C99E8-9A9F-3424-720D-9612FCBB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64215-06A7-FEE7-339C-0BFBE07E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16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5AFE-9592-D27B-A903-19BB90913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5213D-76DE-B9D8-B8E8-B76DEE74C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97EA-C263-D57B-1983-6E139D002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44C12-BF54-6F5E-0670-FB699488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ED281-7B71-7D94-1133-BC2E007D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C0905-56FB-CC40-03D4-5A750AD3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0D62-0CB7-0AE2-0093-E4FED8F5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0159F-EEF0-1642-E605-76B2D28BD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D0FB4-B3C8-AC46-9627-58CB0D02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1F36-24E0-79D7-A920-F0D64605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22CB3-75CD-330A-9CDF-3B14FDC9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5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C4098-CFE1-56D1-4F3D-B66D1B0F3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8E2C2-E296-C5E2-D69A-F5F075C5B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191C2-CC55-C2A8-165B-044841A5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2F5E-70D9-6F45-A06C-B491801E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BD8FF-BCC4-6E0B-4FF6-C34BECC2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18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5BF66B-D3B7-7D9B-D000-CD25C539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74C14-262A-A588-48EB-D7C393628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FE76-A616-E3E0-4CB0-486FA03E8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6111C-2208-4562-8F6E-A50BFFFBBB9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9CBD4-DF99-4516-7571-F9EA42695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6CA60-7842-81D7-B9D7-B7A2E631C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FC526-6735-4343-9ABD-785F44B10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4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C58B-97D9-24E5-F179-652F8C429B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HashMap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868F3-C7C2-6321-AC6B-E3FE1E380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70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36E2-8FD0-96BB-D4E9-B799D7272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759"/>
            <a:ext cx="10515600" cy="1325563"/>
          </a:xfrm>
        </p:spPr>
        <p:txBody>
          <a:bodyPr/>
          <a:lstStyle/>
          <a:p>
            <a:r>
              <a:rPr lang="en-IN" dirty="0" err="1"/>
              <a:t>JavA</a:t>
            </a:r>
            <a:r>
              <a:rPr lang="en-IN" dirty="0"/>
              <a:t> HashMap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7E6C-FDD0-C86B-ED9E-6B72C5114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HashMap is a hash table –based Implementation of the Map interface. It allows you to store data in key-value pairs</a:t>
            </a:r>
          </a:p>
          <a:p>
            <a:r>
              <a:rPr lang="en-IN" dirty="0"/>
              <a:t>A HashMap cannot contain duplicate keys</a:t>
            </a:r>
          </a:p>
          <a:p>
            <a:r>
              <a:rPr lang="en-IN" dirty="0"/>
              <a:t>Java HashMap allows null values and the null key</a:t>
            </a:r>
          </a:p>
          <a:p>
            <a:r>
              <a:rPr lang="en-IN" dirty="0"/>
              <a:t>HashMap is an unordered collection. It does not guarantee any specific order of the elements</a:t>
            </a:r>
          </a:p>
          <a:p>
            <a:r>
              <a:rPr lang="en-IN" dirty="0"/>
              <a:t>Java HashMap is not thread-safe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4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HashMap</vt:lpstr>
      <vt:lpstr>JavA HashMap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2026-10-01T07:06:55Z</dcterms:created>
  <dcterms:modified xsi:type="dcterms:W3CDTF">2026-10-01T07:13:35Z</dcterms:modified>
</cp:coreProperties>
</file>