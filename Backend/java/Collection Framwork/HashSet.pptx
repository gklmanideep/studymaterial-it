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CDB86-5C49-CE71-BD5E-AC3284AEB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8A911-2691-F3D7-9DC7-B97F54D92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5FDAF-6152-FE80-E05B-C4C1603F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76C7D-1FD0-2A55-CB87-8CFA8D87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6A39A-D6A3-F27F-981B-285C7E4E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7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0807-0DE5-3F7B-1EA3-83F07A11D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7391A-F0D9-1649-7CF1-0B68F8606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F3488-B67B-CCAD-403C-490F8856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17CB9-D68A-D49A-9346-E861D846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FBB71-89F1-A14E-94E4-FC47A4DD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78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956C-3339-10D2-DE03-BD447962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444A9-6DBF-9F17-D1DC-9A69ED981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3967E-0C78-092F-DBAC-014297F2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81706-54B4-46B6-0619-521192DC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E7565-F2B6-DC68-8C88-A2C2F2ED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68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D885-319A-D4A9-F6CD-44754309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2F1FB-281A-852B-33BC-EEEDA248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C5089-DCA7-FF27-441A-6F8BBA3F9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B4213-3FFE-35FB-7448-2F61262B9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FD968-2B08-A6DA-1534-C1E2EADC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0CB02-9429-4FDD-97CC-8BE750F0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38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5250-2F58-95BE-A718-C1B90C61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57ACF-D2A7-EEF8-879E-4536723CD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E7AD5-E7CC-E420-D385-3068E7510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8E6E4-8C0C-F4FF-CDCE-46AE3289D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3A436-20AA-AECF-6221-BA74D3927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FCAFF-8223-166D-7F86-CA1E49F6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807D0-A7CC-05EC-2CFA-972F5EAA7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6902D-2F7C-E18E-6AF4-53C4B982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98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81BB-296A-B826-12D0-F081B484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F5CFF-3128-5434-7155-FFB911A5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DBFF7-A633-9C0F-B108-7F0B52CA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A400B-A90E-C691-9B46-502F0E0E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6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D2B607-E96D-1B1F-6EB4-D6054392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0E096-E04F-4E2B-9F7D-2E2F5D22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54B25-B303-8EB7-ABE0-6765C83E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53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8AFC-4456-DBAA-FADA-9A4FF823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2C293-886C-7F31-99FF-FFA505D90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E2FF1-4E22-099E-B5D2-C65188CA6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A10E0-5FC7-A55A-E89E-A98F103A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810CE-769D-6D39-9ECE-E7501C89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88672-D2C2-1B4D-3D0B-0FA97DF8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93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3A48-66FD-8D60-E433-0606C1D58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CBB573-58C2-0A78-1112-0B8D1A7FC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FCE88-765F-D50A-36BE-0166ACD02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E0276-20AB-91C5-D566-97F7D637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B441B-F52D-5A25-0D7F-95643444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98F5B-A7A8-FA3B-4CC0-F6DFBF1B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172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FBAC-2AF2-AF03-142D-BB1A6BAD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8321E-0E54-1CBB-E2BD-E7FCDECD2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C57C9-600C-C375-6ADE-E82F2AC5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410D-3D07-F6AA-A140-2E5BF977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D9CD6-F1B0-D610-5730-A3C4470D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39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B3E7B-74A2-9D37-EF60-4B867F6C7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871B2-4AD4-F5E4-64C6-B2DEAA713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56093-133A-CAB9-BA88-FE277BF1A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19566-8BEC-58FF-68B7-186E2C30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64C69-25EB-F8EF-C5B9-E6D5CE46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70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651A4-960B-077F-671A-1822D30E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0AA08-2C39-ABFB-2936-C226FC4F9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85F56-CE15-AF78-8F2C-6ECDFE926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30388-C367-4550-AC18-A0178CA5828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35E63-1ADD-76DC-DC4D-3D4FCC977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02909-5021-952D-5B88-53678F206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6071C-6B88-4B25-B776-69CAD7549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76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FA12-AE84-F674-8EE4-CC438F547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HashSet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2DC40-9958-F66F-0B28-0C6D8E5BC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8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71B25-62F5-8E78-EEF1-79B412C3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 HashSet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CEC3-7C1B-D9DE-B4CB-CB6B4494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Java HashSet class is a member of java </a:t>
            </a:r>
            <a:r>
              <a:rPr lang="en-IN" dirty="0" err="1"/>
              <a:t>java</a:t>
            </a:r>
            <a:r>
              <a:rPr lang="en-IN" dirty="0"/>
              <a:t> collections framework. It </a:t>
            </a:r>
            <a:r>
              <a:rPr lang="en-IN" dirty="0" err="1"/>
              <a:t>implemenents</a:t>
            </a:r>
            <a:r>
              <a:rPr lang="en-IN" dirty="0"/>
              <a:t> the set interface. HashSet class is located in </a:t>
            </a:r>
            <a:r>
              <a:rPr lang="en-IN" dirty="0" err="1"/>
              <a:t>java.util</a:t>
            </a:r>
            <a:r>
              <a:rPr lang="en-IN" dirty="0"/>
              <a:t> package.</a:t>
            </a:r>
          </a:p>
          <a:p>
            <a:r>
              <a:rPr lang="en-IN" dirty="0" err="1"/>
              <a:t>HashSets</a:t>
            </a:r>
            <a:r>
              <a:rPr lang="en-IN" dirty="0"/>
              <a:t> are used to store a collection of unique elements. It Means </a:t>
            </a:r>
            <a:r>
              <a:rPr lang="en-IN" dirty="0" err="1"/>
              <a:t>hashSet</a:t>
            </a:r>
            <a:r>
              <a:rPr lang="en-IN" dirty="0"/>
              <a:t> Cannot contain duplicate values</a:t>
            </a:r>
          </a:p>
          <a:p>
            <a:r>
              <a:rPr lang="en-IN" dirty="0"/>
              <a:t>HashSet allows null value</a:t>
            </a:r>
          </a:p>
          <a:p>
            <a:r>
              <a:rPr lang="en-IN" dirty="0"/>
              <a:t>HashSet is an unorder collection. It does not maintain the order in which the elements are inserted</a:t>
            </a:r>
          </a:p>
          <a:p>
            <a:r>
              <a:rPr lang="en-IN" dirty="0"/>
              <a:t>HashSet Internally used a HashMap to store its Elements</a:t>
            </a:r>
          </a:p>
          <a:p>
            <a:r>
              <a:rPr lang="en-IN" dirty="0"/>
              <a:t>Java HashSet is not thread-safe(Not synchronized)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2137-2D07-4EBC-255D-988CCDBE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8BE6D-900C-CBDD-1FB9-65E8148DA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FEE03-4169-466C-3E18-1FA9402AD373}"/>
              </a:ext>
            </a:extLst>
          </p:cNvPr>
          <p:cNvSpPr/>
          <p:nvPr/>
        </p:nvSpPr>
        <p:spPr>
          <a:xfrm>
            <a:off x="3425588" y="1282890"/>
            <a:ext cx="2961564" cy="407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Iterable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56FC1D-C640-533E-A92D-048F0CC764BF}"/>
              </a:ext>
            </a:extLst>
          </p:cNvPr>
          <p:cNvSpPr/>
          <p:nvPr/>
        </p:nvSpPr>
        <p:spPr>
          <a:xfrm>
            <a:off x="4297680" y="2608453"/>
            <a:ext cx="152019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986BEB-7854-118A-86A7-BA744612A12C}"/>
              </a:ext>
            </a:extLst>
          </p:cNvPr>
          <p:cNvSpPr/>
          <p:nvPr/>
        </p:nvSpPr>
        <p:spPr>
          <a:xfrm>
            <a:off x="3985146" y="3944203"/>
            <a:ext cx="2579427" cy="300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A305D-9F50-8B6F-7F6C-EFE240DAE632}"/>
              </a:ext>
            </a:extLst>
          </p:cNvPr>
          <p:cNvSpPr/>
          <p:nvPr/>
        </p:nvSpPr>
        <p:spPr>
          <a:xfrm>
            <a:off x="4176215" y="4722125"/>
            <a:ext cx="3179928" cy="66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HashSet</a:t>
            </a:r>
          </a:p>
        </p:txBody>
      </p:sp>
    </p:spTree>
    <p:extLst>
      <p:ext uri="{BB962C8B-B14F-4D97-AF65-F5344CB8AC3E}">
        <p14:creationId xmlns:p14="http://schemas.microsoft.com/office/powerpoint/2010/main" val="1574454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93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HashSet</vt:lpstr>
      <vt:lpstr>Java HashSet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Mandy Mani</dc:creator>
  <cp:lastModifiedBy>Mandy Mani</cp:lastModifiedBy>
  <cp:revision>1</cp:revision>
  <dcterms:created xsi:type="dcterms:W3CDTF">2026-10-01T06:23:35Z</dcterms:created>
  <dcterms:modified xsi:type="dcterms:W3CDTF">2026-10-01T06:31:33Z</dcterms:modified>
</cp:coreProperties>
</file>