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72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15CE-63EB-378C-ECB3-D748B23C7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49025-1AC1-2019-FD51-0096C0262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05FEF-B966-3F40-BEC4-BF9A457E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98392-FE66-21EB-FECD-E9ED3B5E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1B3B7-4E3E-CD09-75B0-E99B7377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482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284BB-C872-5D7A-2244-D200DC65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82358-290B-DBEE-E940-4C0FC9048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D6C45-1937-45EE-B415-D86EDBFBF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3D609-A355-7478-DBB9-FC735AA2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E6EEA-63D3-B19A-AE88-5D829B0A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471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80948-FB6F-C5A9-E035-14928F823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35F98-FA42-DB1B-B781-595647C69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5E245-E063-8AA5-AF3A-E9CD8E57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A012B-A454-8C5B-742B-0A0914932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00130-C5C7-0B4E-C7F5-91887EB5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84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2FDB-77D2-713C-76E5-1BC30025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CCCDE-42D6-AA19-5596-DDBC57F68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5ACD5-A5C4-83D8-D4B8-5CEC1FC89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34574-D0FB-7EED-72D3-578737E76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665C9-BDDE-6452-E2D8-CCEFB0EA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1AC0D-4794-2379-7245-ADE637C2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67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0B05-0F79-3AA5-2879-5C86742CD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1ECE1-F13F-3DAD-9496-19D69E26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99F8B-40A4-F35A-F416-91A1390D9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8581BE-26BD-0CD8-04DA-D5FA79B0F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278E4-A094-E877-F81C-19D48F9BFB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058CD-5F63-53B2-104E-8AEC8E9FC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B1140-9121-D62C-16AD-63F2AA41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566840-5856-B1F5-C823-A46497FB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99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D5665-02F6-71CE-4322-0BF09CDB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45E16-04F8-FAE7-A4D6-09AE7CCF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275B7-7A2F-A47C-FB24-76D9230E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14089-899C-96BF-C834-16FBA77A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18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56132-3A01-BDC9-36B6-B883F3A0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DD472-8189-0107-F60B-BE8A6C3B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5DD46-2CFC-6E00-2C93-67966B6C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86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4A23-19FC-804B-CB5C-4176D991D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4F0C6-670F-B1FF-EA55-8554645AA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D3D51-AF98-D9D0-3D00-6FC427463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429A3-C7AD-A597-A22E-8424F3111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7DAF9-8739-7584-30AF-95C33336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64C0-95B0-0704-4537-2BDF8080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20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E275-FB2D-03F1-6C8A-B50AD08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7F4DF5-A13B-D2F0-68EB-961F57954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B5D35-EB47-045A-40B9-B62148C4C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C98DA-3D22-55D9-8239-26E15E2E7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89354-A52F-3F4E-2EE0-1EA59DAE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6AAFB-B543-EE62-6BFC-6CA48E92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418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65E1-078D-8E7D-F626-924A5AF4E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B27A2-3026-60F3-F0B5-8263593BB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87DDD-997D-4461-C531-E46D389D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8CB11-16B3-F150-D41F-6BB26B945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5A8B7-5E25-B112-48CF-3BA603E6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04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F7C26-3506-3273-51AD-464D48FE0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9BDD0-659A-76A5-00D0-C2A3B29AA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8B355-47A1-D1E1-CE35-D1FF986D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C642D-78FD-A35C-E7C0-F12BD74A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29CA9-3E11-B587-5D85-6BBDE5AA0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90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01AE58-5A17-D880-2CC8-086893361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1E3BE-A00F-0222-28F9-9C33B4E62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888EE-F968-A8ED-E926-51C95B3C5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58510-5C54-4CF7-AA6B-1BB63388C25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143C3-E7F9-9446-F030-6AD1C3AF6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69FF4-30D9-6280-8017-6CC957977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F0DDD-8397-4523-8593-84714EF09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4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FF1D-2362-8137-D970-74ED82993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Java </a:t>
            </a:r>
            <a:r>
              <a:rPr lang="en-IN" dirty="0" err="1"/>
              <a:t>LinkedHashMap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7CB25-C7BD-18AD-C259-6E578E7781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121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C62B2-AE8B-0622-A3B1-66E5A07BB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</a:t>
            </a:r>
            <a:r>
              <a:rPr lang="en-IN" dirty="0" err="1"/>
              <a:t>LinkedHashMap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5CBD-F0CE-4087-F389-0379FE029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Java </a:t>
            </a:r>
            <a:r>
              <a:rPr lang="en-IN" dirty="0" err="1"/>
              <a:t>LinkedHashMap</a:t>
            </a:r>
            <a:r>
              <a:rPr lang="en-IN" dirty="0"/>
              <a:t> is a  hash table and doubly linked list based implementation of java’s Map interface. </a:t>
            </a:r>
            <a:r>
              <a:rPr lang="en-IN" dirty="0" err="1"/>
              <a:t>LinkedHashMap</a:t>
            </a:r>
            <a:r>
              <a:rPr lang="en-IN" dirty="0"/>
              <a:t> is a part of Java’s </a:t>
            </a:r>
            <a:r>
              <a:rPr lang="en-IN" dirty="0" err="1"/>
              <a:t>java.util</a:t>
            </a:r>
            <a:r>
              <a:rPr lang="en-IN" dirty="0"/>
              <a:t> package and extends </a:t>
            </a:r>
            <a:r>
              <a:rPr lang="en-IN" dirty="0" err="1"/>
              <a:t>Haspmap</a:t>
            </a:r>
            <a:r>
              <a:rPr lang="en-IN" dirty="0"/>
              <a:t>.</a:t>
            </a:r>
          </a:p>
          <a:p>
            <a:r>
              <a:rPr lang="en-IN" dirty="0"/>
              <a:t>A  </a:t>
            </a:r>
            <a:r>
              <a:rPr lang="en-IN" dirty="0" err="1"/>
              <a:t>LinkedListHashMap</a:t>
            </a:r>
            <a:r>
              <a:rPr lang="en-IN" dirty="0"/>
              <a:t> Cannot Contain duplicate Keys</a:t>
            </a:r>
          </a:p>
          <a:p>
            <a:r>
              <a:rPr lang="en-IN" dirty="0"/>
              <a:t>Linked HashMap can Have null values and the null key</a:t>
            </a:r>
          </a:p>
          <a:p>
            <a:r>
              <a:rPr lang="en-IN" dirty="0"/>
              <a:t>The iteration order in linked HashMap is normally the order in which the elements are inserted(Insertion order)</a:t>
            </a:r>
          </a:p>
          <a:p>
            <a:r>
              <a:rPr lang="en-IN" dirty="0"/>
              <a:t>Just like HashMap , </a:t>
            </a:r>
            <a:r>
              <a:rPr lang="en-IN" dirty="0" err="1"/>
              <a:t>LinkedHashMap</a:t>
            </a:r>
            <a:r>
              <a:rPr lang="en-IN" dirty="0"/>
              <a:t> is not thread-safe</a:t>
            </a:r>
          </a:p>
        </p:txBody>
      </p:sp>
    </p:spTree>
    <p:extLst>
      <p:ext uri="{BB962C8B-B14F-4D97-AF65-F5344CB8AC3E}">
        <p14:creationId xmlns:p14="http://schemas.microsoft.com/office/powerpoint/2010/main" val="250851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C758F-ED3B-24B4-9E5B-6984D7A3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</a:t>
            </a:r>
            <a:r>
              <a:rPr lang="en-IN" dirty="0" err="1"/>
              <a:t>LinkedHashMap</a:t>
            </a:r>
            <a:r>
              <a:rPr lang="en-IN" dirty="0"/>
              <a:t> class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F12E6-7A64-B539-4577-DE462ED10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FD1902-2FDF-36EB-3338-C118E8C0CFC1}"/>
              </a:ext>
            </a:extLst>
          </p:cNvPr>
          <p:cNvSpPr/>
          <p:nvPr/>
        </p:nvSpPr>
        <p:spPr>
          <a:xfrm>
            <a:off x="4552545" y="1416913"/>
            <a:ext cx="3463046" cy="972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941816-E0B0-2858-334D-D64274717CF2}"/>
              </a:ext>
            </a:extLst>
          </p:cNvPr>
          <p:cNvSpPr/>
          <p:nvPr/>
        </p:nvSpPr>
        <p:spPr>
          <a:xfrm>
            <a:off x="4396902" y="2636146"/>
            <a:ext cx="3618689" cy="972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HashMap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2680A-03C1-26D7-EABC-26331CED6503}"/>
              </a:ext>
            </a:extLst>
          </p:cNvPr>
          <p:cNvSpPr/>
          <p:nvPr/>
        </p:nvSpPr>
        <p:spPr>
          <a:xfrm>
            <a:off x="4396902" y="4824919"/>
            <a:ext cx="4786009" cy="787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LinkedHashMap</a:t>
            </a:r>
            <a:endParaRPr lang="en-IN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E0773C0-F60A-2BF1-F54D-1D4920EAA534}"/>
              </a:ext>
            </a:extLst>
          </p:cNvPr>
          <p:cNvSpPr/>
          <p:nvPr/>
        </p:nvSpPr>
        <p:spPr>
          <a:xfrm rot="10800000">
            <a:off x="2743200" y="2217906"/>
            <a:ext cx="642026" cy="29377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700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86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Java LinkedHashMap</vt:lpstr>
      <vt:lpstr>Java LinkedHashMap</vt:lpstr>
      <vt:lpstr>Java LinkedHashMap class Hierarchy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Mandy Mani</dc:creator>
  <cp:lastModifiedBy>Mandy Mani</cp:lastModifiedBy>
  <cp:revision>1</cp:revision>
  <dcterms:created xsi:type="dcterms:W3CDTF">2026-10-01T07:14:09Z</dcterms:created>
  <dcterms:modified xsi:type="dcterms:W3CDTF">2026-10-01T07:55:17Z</dcterms:modified>
</cp:coreProperties>
</file>