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FD10-A26F-6543-2FCC-F06201112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97A7A-6B02-BAE3-3622-E279EA3D4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657D-77A2-671A-10F0-075E492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DFBD6-8EBA-D3B6-F62A-349878D5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CDCC7-C24E-8E91-9F98-1B047459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6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8D53-471F-E5C6-A0F3-675BB9B6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DA85-42A2-26C5-5E1C-78CE69DC1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79B40-BD70-20BA-DDF4-3A0C7A3F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B6C20-7DE8-7972-B90A-AD6B578C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7B735-57A2-BAF7-B9B6-09A89B71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12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E667-D5DF-CA94-427E-5A82525C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9342C-88C5-989D-115E-39935464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1BF09-2B18-6552-D3E1-B886E664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1B6C1-8E82-31DF-2606-9B6A33C2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EAC0-C76B-6730-861B-41E66252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43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48E3-3BF1-3EE4-0219-4B8116BD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C4B9-977A-2DEA-8EC2-0F9063518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186F1-87EE-F0A7-8CDD-937E32A64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97FC7-1963-17C4-E612-72CB4B47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B1B08-ED23-8321-BC76-1FC960D9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95F7A-4151-FAD9-1EB0-3363092B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67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1EB3-5E78-BED8-F322-585B01D7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3055-D615-C6D3-AE17-F9155D702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8B4C6-7BA3-7203-C76A-DC8E652DF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70627-8E6B-DBCE-C562-7227ED921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F3F9D-AAEE-B2AE-C522-6164E9E11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EBA06-7967-C781-EC38-49C851ED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7C6DC-6CD4-FF67-AB13-87B39247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CF75A-1F9A-DBFA-C596-77E62178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3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9E1C-6207-93B7-9706-3764C64F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E6B5B-21E3-AADC-5608-C3451587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0FC9C-9D04-03B9-6EFA-A5B6CB7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F2EA3-592F-352B-0E51-7E3A013D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6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FFB0B2-68B1-9643-EBFA-5B55FEC7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AE04A-9FD7-B2B3-E41D-2CB18445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34BFF-CE44-9294-90A5-D1DE7E63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0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6E4B-7135-65F2-A8C1-244D4451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3046-4298-89C2-601F-23104614F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2A6FF-B6BD-311A-4458-00F3D88B5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2F11E-018F-B86C-742A-408F28337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42FC9-68C5-E052-B13C-955AF433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24B05-AA26-42C4-2F29-F37A5DAB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01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86E4-7EE4-C42D-EF29-9087BE8E8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A49DD-FA7A-9F63-5773-E9C4D3D85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5A480-12CD-1907-D280-ED71A00DE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48E00-DDB1-E476-A0D3-39842A5B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A6E08-0F29-0AC9-D5F5-27AD9FE1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A2F75-414E-7C03-7D0A-45BB8BCD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07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FC66-CE14-9620-E333-F2AEDCD6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BD09F-C3EF-C8CD-AFD8-CF90431AF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0B371-FEBE-20C2-C5C1-B83F401A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8CD67-9CB3-AF76-13BE-ACDF952B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ED45D-7F66-BF61-619C-BF0B515E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77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77FFF-EC84-8EFF-7CAD-FA9C0F6F9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0D122-A6CF-0E5B-FD91-F6515534F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C68D5-C789-9831-D269-3CC7CA4F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E1C0-1320-FD21-9E8B-87CA9646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A8254-C375-C7EB-8517-D6EE6FAF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01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F23F0-B265-E438-BFDD-C48AADAE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86D7A-CF38-DBBB-935D-6B8B91E43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7AAEF-8AD1-8D8A-072D-00FC5C383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DDAB8-2BBC-40C9-900E-91125B3B67F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793D6-2C2D-F54D-B81D-BC2907253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AF2AE-DBA7-E35C-C498-BFCCF7ABB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0E153-3ECA-4B60-81D2-0CA0723DDA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6C08-B49E-9669-AC0E-EE93131657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TreeMap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7B61-9B45-5DBE-9E3B-11258A2273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5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253D-C4A8-CF3E-9E55-6A523B66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TreeMap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59ADF-8142-071F-BA2B-2F0164D6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</a:t>
            </a:r>
            <a:r>
              <a:rPr lang="en-IN" dirty="0" err="1"/>
              <a:t>TreeMap</a:t>
            </a:r>
            <a:r>
              <a:rPr lang="en-IN" dirty="0"/>
              <a:t> class is part of java’s collection </a:t>
            </a:r>
            <a:r>
              <a:rPr lang="en-IN" dirty="0" err="1"/>
              <a:t>framework.It</a:t>
            </a:r>
            <a:r>
              <a:rPr lang="en-IN" dirty="0"/>
              <a:t> implements the </a:t>
            </a:r>
            <a:r>
              <a:rPr lang="en-IN" dirty="0" err="1"/>
              <a:t>NavigableMap</a:t>
            </a:r>
            <a:r>
              <a:rPr lang="en-IN" dirty="0"/>
              <a:t> </a:t>
            </a:r>
            <a:r>
              <a:rPr lang="en-IN" dirty="0" err="1"/>
              <a:t>interface,which</a:t>
            </a:r>
            <a:r>
              <a:rPr lang="en-IN" dirty="0"/>
              <a:t> in turn extends the </a:t>
            </a:r>
            <a:r>
              <a:rPr lang="en-IN" dirty="0" err="1"/>
              <a:t>SortedMap</a:t>
            </a:r>
            <a:r>
              <a:rPr lang="en-IN" dirty="0"/>
              <a:t> interface</a:t>
            </a:r>
          </a:p>
          <a:p>
            <a:r>
              <a:rPr lang="en-IN" dirty="0"/>
              <a:t>The entries in a </a:t>
            </a:r>
            <a:r>
              <a:rPr lang="en-IN" dirty="0" err="1"/>
              <a:t>TressMap</a:t>
            </a:r>
            <a:r>
              <a:rPr lang="en-IN" dirty="0"/>
              <a:t> are always sorted based on the natural ordering of the keys, or based on a custom Comparator that you can provide at the time of creation of the </a:t>
            </a:r>
            <a:r>
              <a:rPr lang="en-IN" dirty="0" err="1"/>
              <a:t>TreeeMap</a:t>
            </a:r>
            <a:r>
              <a:rPr lang="en-IN" dirty="0"/>
              <a:t>.</a:t>
            </a:r>
          </a:p>
          <a:p>
            <a:r>
              <a:rPr lang="en-IN" dirty="0"/>
              <a:t>A </a:t>
            </a:r>
            <a:r>
              <a:rPr lang="en-IN" dirty="0" err="1"/>
              <a:t>treeMap</a:t>
            </a:r>
            <a:r>
              <a:rPr lang="en-IN" dirty="0"/>
              <a:t> cannot contain duplicate Keys,</a:t>
            </a:r>
          </a:p>
          <a:p>
            <a:r>
              <a:rPr lang="en-IN" dirty="0" err="1"/>
              <a:t>treeMap</a:t>
            </a:r>
            <a:r>
              <a:rPr lang="en-IN" dirty="0"/>
              <a:t> cannot contain the null </a:t>
            </a:r>
            <a:r>
              <a:rPr lang="en-IN" dirty="0" err="1"/>
              <a:t>key,HowEver</a:t>
            </a:r>
            <a:r>
              <a:rPr lang="en-IN" dirty="0"/>
              <a:t>, it have null values</a:t>
            </a:r>
          </a:p>
          <a:p>
            <a:r>
              <a:rPr lang="en-IN" dirty="0" err="1"/>
              <a:t>TreeMpa</a:t>
            </a:r>
            <a:r>
              <a:rPr lang="en-IN" dirty="0"/>
              <a:t> is not synchronized . Access to </a:t>
            </a:r>
            <a:r>
              <a:rPr lang="en-IN" dirty="0" err="1"/>
              <a:t>treeMaps</a:t>
            </a:r>
            <a:r>
              <a:rPr lang="en-IN" dirty="0"/>
              <a:t> must be </a:t>
            </a:r>
            <a:r>
              <a:rPr lang="en-IN" dirty="0" err="1"/>
              <a:t>sychronized</a:t>
            </a:r>
            <a:r>
              <a:rPr lang="en-IN" dirty="0"/>
              <a:t> </a:t>
            </a:r>
            <a:r>
              <a:rPr lang="en-IN" dirty="0" err="1"/>
              <a:t>explicity</a:t>
            </a:r>
            <a:r>
              <a:rPr lang="en-IN" dirty="0"/>
              <a:t> in a multi-threaded environment</a:t>
            </a:r>
          </a:p>
        </p:txBody>
      </p:sp>
    </p:spTree>
    <p:extLst>
      <p:ext uri="{BB962C8B-B14F-4D97-AF65-F5344CB8AC3E}">
        <p14:creationId xmlns:p14="http://schemas.microsoft.com/office/powerpoint/2010/main" val="181033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Java TreeMap</vt:lpstr>
      <vt:lpstr>Java TreeMap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2026-10-01T09:31:34Z</dcterms:created>
  <dcterms:modified xsi:type="dcterms:W3CDTF">2026-10-01T09:37:16Z</dcterms:modified>
</cp:coreProperties>
</file>