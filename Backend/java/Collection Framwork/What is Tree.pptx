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1C6D-8D77-99CD-6A69-1A7BBD0EE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7BF2E-52E4-34DA-2CE3-27F7EB98A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0B2E4-FBF1-512E-B10B-AAB0531D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02481-17C5-0D5E-3490-288138AB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0ADED-4831-C69E-3B26-9C20AE8D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1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93D0-8429-AB76-BE5E-CF345752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6AFE6-81DB-A8E2-61DA-F16962F82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F576-7D4D-7CCE-9E65-61D799A0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A76F4-327F-67C8-B54B-A5917112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02E7-B4D5-F283-5200-9586F789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94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20FB-2F56-5798-91BE-BE590B7A6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97ACD-FA1A-BCCE-315A-6B23B587C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F46A3-53C3-90F5-7A1B-F1BA5333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A3FF0-28CB-330B-166F-6B35DEF9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F2CBF-8ACE-BDBB-DF67-E55FD3D6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231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DE11-4BC5-881A-356A-2DD21D8A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BF98-8346-66A3-0568-2303A5821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D0349-1D14-F7C9-5112-C47251F69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C2C52-6176-AE09-A347-5396073C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9D34D-30D8-329E-9CCB-50EE224B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093BB-1979-DFBF-7EDD-D59E5A73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67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0BE4-A454-2A2B-27B6-AD8FA295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3562D-EA48-8D38-15A1-8BD0B8A5E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E7F95-E55F-8FAE-EDC0-5AA3111E3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3D5181-8040-B89D-7A57-449D67F88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E7911-1872-88BD-F974-F38F3A40F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9BC711-66DB-D429-D68E-BE388930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55C85-4389-8017-4473-F1E9906E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EBCA0-D57D-DBE0-8A65-1F5FEB75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18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B7A4-99B5-8F18-351C-96685CE8E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2CD6A-D5CC-BDAE-0232-D621F8A2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DD2F8-471B-1CCC-F8A0-89091CA2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6F22F-675D-AE7A-BAA3-24E1B3DA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88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2DFA8-12D5-B17A-B0B1-F6750CBF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93618-1C9E-C24B-F193-177564360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21B03-0DBC-DB26-1BA6-07244A0D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0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D3D7-8642-6406-8228-2A631DBA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3308-53D8-B8BD-3BE0-102CFC2D2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74AC6-4A1B-E3EE-BD69-7B7B24933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77AF9-5DED-B5DF-F462-8C34BF0C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C0F34-9DC9-2857-547E-E95E9A44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30001-F87D-00B4-3752-2EAE38DD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89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9CF4-0DC9-9204-CBA9-7E1FC633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D6008-AAC5-8211-FC2C-B4CE27D61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F2EBE-7AF3-B05A-BF2B-89BD1B9A0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46D0F-5D47-975F-B91D-6BA6C578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2E188-B68E-3AED-7562-7388200C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CD55B-1E71-F9AA-F05B-9EFD4F94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89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1566-6634-710D-CB56-AE4B53A4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DD313-69E3-FF08-B168-16AA193D5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809D6-4076-2931-19AF-C2A3B66C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B85D0-D6B8-49E1-CAA2-AAE084D7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C6D28-FED7-774B-F967-35BB84B4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61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4C1C0-7074-DDC1-C4F6-556ED96EF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008DB-CC10-4C1C-850D-E178516C2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207C8-5DA4-3431-1B2B-7B692974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F528A-A5FB-C993-0F0B-FA9DCA47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E1A6-0668-C53A-AB78-350655B5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03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F522B-B0B3-9DB8-39A3-63274D5C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65D66-C064-DC85-7C8C-7ECCA1025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B39E-0D15-44CE-0ADC-FB2362B5E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E63A4-3808-493A-A1F1-F137655AA0FC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95F48-1DD5-0F7B-6BB5-332CEE040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8245D-40A9-FF9B-9A7C-8985F884C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A11D2-4C7A-4C69-AF25-28E1EBC61F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90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8364C-32F0-D3F8-D5D4-AEA454A7F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TreeSet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AE97B-25EF-318E-B3F4-6099B1662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22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4716-9F72-26DC-2D34-5278A1D4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</a:t>
            </a:r>
            <a:r>
              <a:rPr lang="en-IN" dirty="0" err="1"/>
              <a:t>TreeSet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DFA4-0FC3-21AA-67D2-EBD235253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Jav </a:t>
            </a:r>
            <a:r>
              <a:rPr lang="en-IN" dirty="0" err="1"/>
              <a:t>Treeset</a:t>
            </a:r>
            <a:r>
              <a:rPr lang="en-IN" dirty="0"/>
              <a:t> class is part of java’s collections framework. It implements the Navigable Set interface, which in turn extends the </a:t>
            </a:r>
            <a:r>
              <a:rPr lang="en-IN" dirty="0" err="1"/>
              <a:t>SortedSet</a:t>
            </a:r>
            <a:r>
              <a:rPr lang="en-IN" dirty="0"/>
              <a:t> Interface</a:t>
            </a:r>
          </a:p>
          <a:p>
            <a:r>
              <a:rPr lang="en-IN" dirty="0"/>
              <a:t>The </a:t>
            </a:r>
            <a:r>
              <a:rPr lang="en-IN" dirty="0" err="1"/>
              <a:t>TreeSet</a:t>
            </a:r>
            <a:r>
              <a:rPr lang="en-IN" dirty="0"/>
              <a:t> class internally uses a </a:t>
            </a:r>
            <a:r>
              <a:rPr lang="en-IN" dirty="0" err="1"/>
              <a:t>TreeMap</a:t>
            </a:r>
            <a:r>
              <a:rPr lang="en-IN" dirty="0"/>
              <a:t> to store Elements</a:t>
            </a:r>
          </a:p>
          <a:p>
            <a:r>
              <a:rPr lang="en-IN" dirty="0"/>
              <a:t>The Elements in a </a:t>
            </a:r>
            <a:r>
              <a:rPr lang="en-IN" dirty="0" err="1"/>
              <a:t>TreeSort</a:t>
            </a:r>
            <a:r>
              <a:rPr lang="en-IN" dirty="0"/>
              <a:t> are sorted as per their natural ordering, or based on a custom Comparator that is supplied at the time of creation of the </a:t>
            </a:r>
            <a:r>
              <a:rPr lang="en-IN" dirty="0" err="1"/>
              <a:t>TreeSet</a:t>
            </a:r>
            <a:r>
              <a:rPr lang="en-IN" dirty="0"/>
              <a:t>.</a:t>
            </a:r>
          </a:p>
          <a:p>
            <a:r>
              <a:rPr lang="en-IN" dirty="0" err="1"/>
              <a:t>TreeSet</a:t>
            </a:r>
            <a:r>
              <a:rPr lang="en-IN" dirty="0"/>
              <a:t> Cannot contain duplicate elements</a:t>
            </a:r>
          </a:p>
          <a:p>
            <a:r>
              <a:rPr lang="en-IN" dirty="0" err="1"/>
              <a:t>TreeSet</a:t>
            </a:r>
            <a:r>
              <a:rPr lang="en-IN" dirty="0"/>
              <a:t> cannot contain null value</a:t>
            </a:r>
          </a:p>
          <a:p>
            <a:r>
              <a:rPr lang="en-IN" dirty="0" err="1"/>
              <a:t>TreeSet</a:t>
            </a:r>
            <a:r>
              <a:rPr lang="en-IN" dirty="0"/>
              <a:t> class is not thread-safe</a:t>
            </a:r>
          </a:p>
        </p:txBody>
      </p:sp>
    </p:spTree>
    <p:extLst>
      <p:ext uri="{BB962C8B-B14F-4D97-AF65-F5344CB8AC3E}">
        <p14:creationId xmlns:p14="http://schemas.microsoft.com/office/powerpoint/2010/main" val="207284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1ACE-C061-5948-D28D-927DA8C3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 </a:t>
            </a:r>
            <a:r>
              <a:rPr lang="en-IN" dirty="0" err="1"/>
              <a:t>TreeSet</a:t>
            </a:r>
            <a:r>
              <a:rPr lang="en-IN" dirty="0"/>
              <a:t>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2939-2614-308F-EEFB-0FC4D393C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74B94-D1D9-AEC3-4D07-C22B85FADA92}"/>
              </a:ext>
            </a:extLst>
          </p:cNvPr>
          <p:cNvSpPr/>
          <p:nvPr/>
        </p:nvSpPr>
        <p:spPr>
          <a:xfrm>
            <a:off x="3769057" y="1752958"/>
            <a:ext cx="4653886" cy="588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Iterable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3183C-1F62-E7FE-10C1-09CDCF5C8FFC}"/>
              </a:ext>
            </a:extLst>
          </p:cNvPr>
          <p:cNvSpPr/>
          <p:nvPr/>
        </p:nvSpPr>
        <p:spPr>
          <a:xfrm>
            <a:off x="3794077" y="2554716"/>
            <a:ext cx="4558351" cy="4367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D6281-6A9F-C317-0A25-49A72D1413BD}"/>
              </a:ext>
            </a:extLst>
          </p:cNvPr>
          <p:cNvSpPr/>
          <p:nvPr/>
        </p:nvSpPr>
        <p:spPr>
          <a:xfrm>
            <a:off x="3794077" y="3100646"/>
            <a:ext cx="4367283" cy="588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CA3306-90AF-88DB-034C-6E9735BEE729}"/>
              </a:ext>
            </a:extLst>
          </p:cNvPr>
          <p:cNvSpPr/>
          <p:nvPr/>
        </p:nvSpPr>
        <p:spPr>
          <a:xfrm>
            <a:off x="3794077" y="3823977"/>
            <a:ext cx="4844955" cy="825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SortedSet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C69ECD-45C6-5070-BE04-0D6D8D08F830}"/>
              </a:ext>
            </a:extLst>
          </p:cNvPr>
          <p:cNvSpPr/>
          <p:nvPr/>
        </p:nvSpPr>
        <p:spPr>
          <a:xfrm>
            <a:off x="3985145" y="4996384"/>
            <a:ext cx="4653887" cy="689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NavigableSet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2D167D-59D0-57E2-4956-DAD163545F99}"/>
              </a:ext>
            </a:extLst>
          </p:cNvPr>
          <p:cNvSpPr/>
          <p:nvPr/>
        </p:nvSpPr>
        <p:spPr>
          <a:xfrm>
            <a:off x="3889612" y="5950424"/>
            <a:ext cx="4844955" cy="7656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TreeSet</a:t>
            </a:r>
            <a:endParaRPr lang="en-IN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9156954-50A3-694E-5814-EA116C00614E}"/>
              </a:ext>
            </a:extLst>
          </p:cNvPr>
          <p:cNvSpPr/>
          <p:nvPr/>
        </p:nvSpPr>
        <p:spPr>
          <a:xfrm rot="10800000">
            <a:off x="2333765" y="1825625"/>
            <a:ext cx="436729" cy="42476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9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93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TreeSet</vt:lpstr>
      <vt:lpstr>Java TreeSet</vt:lpstr>
      <vt:lpstr>Jav TreeSet Class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Mani</dc:creator>
  <cp:lastModifiedBy>Mandy Mani</cp:lastModifiedBy>
  <cp:revision>1</cp:revision>
  <dcterms:created xsi:type="dcterms:W3CDTF">2026-10-01T06:35:43Z</dcterms:created>
  <dcterms:modified xsi:type="dcterms:W3CDTF">2026-10-01T07:05:32Z</dcterms:modified>
</cp:coreProperties>
</file>