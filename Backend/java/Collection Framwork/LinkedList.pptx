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DD9B5-3825-36AF-E354-DB4BCE400D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31FEDE-94CC-BCAA-D9E8-D199E42A23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C47CB-7A75-A4F3-FEDB-36987F732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712C8-EEE3-4F27-8648-922BBF1EBAF3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4E3C8-1F33-3B5B-64EC-336529704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9AA5B-AFEF-781C-2FE4-79218D657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A7AE-BDB6-4CEB-A65C-8D6A5839C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237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AA4E2-67F4-F55D-D202-16C5E9E61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C70DD-1889-3BD2-3F42-FE2790607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61B79-EC3C-232A-E1BE-14CC44244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712C8-EEE3-4F27-8648-922BBF1EBAF3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26037-6CBC-7135-C3B8-9B6A1B7C0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7AFC8-9590-8191-016A-827C5F6DF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A7AE-BDB6-4CEB-A65C-8D6A5839C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01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D18ED-1195-C868-63AF-9F6D2D628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7487E-714E-1A72-470D-DE5E37CBF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05714-B433-C8FE-A21F-7D94CD9CB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712C8-EEE3-4F27-8648-922BBF1EBAF3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91715-A43A-8A80-2738-9E1EE8397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CF7CF-77C3-CF84-A274-C3FD950E2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A7AE-BDB6-4CEB-A65C-8D6A5839C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707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F239D-1383-0872-3416-42B55A48F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C8E5C-13E4-B86F-9248-5B8B8F290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25ADE8-DAA4-085E-191F-F5E1ED0194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4078E3-B8EF-0FBA-20BC-7ECB83593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712C8-EEE3-4F27-8648-922BBF1EBAF3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A043E-7D4D-0054-668B-7370EB999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8A9A0-DA92-5BF8-5926-504292BCC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A7AE-BDB6-4CEB-A65C-8D6A5839C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0533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744D5-229F-0FB1-E991-7D0E595B9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E58785-E737-DC79-8CEE-497B2071E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6B8D52-94B2-25AB-77D9-7E52E18A1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83DDD2-E2F9-27BE-2C20-4BF3299B15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821750-A78E-535D-1D86-62C6EE4326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005F00-82EE-98C9-91B6-47A498E79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712C8-EEE3-4F27-8648-922BBF1EBAF3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5B8B65-67AB-0648-BFD3-FAA61DD1A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94A16A-28F4-BFEA-096E-DD27DE717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A7AE-BDB6-4CEB-A65C-8D6A5839C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517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6E921-3323-58B1-B99B-885A8D273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524EBD-F42E-E85B-6067-591325958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712C8-EEE3-4F27-8648-922BBF1EBAF3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2B7DFE-6668-6F2C-C335-9C549EFF2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A9B31-AB44-3FFB-FE0D-BE60C0E1C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A7AE-BDB6-4CEB-A65C-8D6A5839C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509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5E50AF-BD6D-2D6E-C0A4-01441DC72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712C8-EEE3-4F27-8648-922BBF1EBAF3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350FD6-F694-3F8D-B3B9-9F7AA418D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F6760-E95B-FB3C-424D-5E59C9C60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A7AE-BDB6-4CEB-A65C-8D6A5839C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587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612EF-3079-8DD0-039A-56CCA95BC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1E5DE-DAC5-1D76-1DBB-D7504DB44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20F81-EF78-3567-9830-23C7DB376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01EC4-1E56-5B7F-5D49-14459EA96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712C8-EEE3-4F27-8648-922BBF1EBAF3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9E8544-83B9-3F40-B796-845E54FA8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122957-3067-824C-A37D-A9C3DE9F6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A7AE-BDB6-4CEB-A65C-8D6A5839C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6724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7E7D8-6F0B-8E0B-21E9-21641735B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3ACC51-AEE6-DD26-3F5C-F8539BC6F6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2FDF3-AD70-F3B1-E34C-9F3DCB8E6B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843DC7-5624-683B-63FB-BCD89CE81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712C8-EEE3-4F27-8648-922BBF1EBAF3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6CA812-1E4C-5B63-85AB-32B4BFA92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9F907-6930-D021-345A-9EB8EC8B7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A7AE-BDB6-4CEB-A65C-8D6A5839C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516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C1DB6-9BA4-F001-78B8-50A97E963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8388E-8875-3060-42C3-0542D34328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DFC42-827E-8EA4-8738-4017857DD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712C8-EEE3-4F27-8648-922BBF1EBAF3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30698-CB7F-ECDC-F5BD-CED48066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40B90-D381-E025-4289-90DE91FFB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A7AE-BDB6-4CEB-A65C-8D6A5839C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975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FDB528-0869-910D-FDEF-B04E20C3B3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61C1C6-7B9D-B693-5289-EAB302ACE7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C5188-7EF8-054F-113B-3CE2D3C26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712C8-EEE3-4F27-8648-922BBF1EBAF3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F4E7B-7CB4-E8BF-D9C2-5D1F9DE56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5206F-C1BB-0AA6-0B1E-864C9B544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A7AE-BDB6-4CEB-A65C-8D6A5839C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369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E8C571-4BE6-AC65-53EA-C9D38B5A9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08EB2-7994-58D0-EB54-01A7369F4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569DC-0F86-1438-CD0F-CED153E4E3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9712C8-EEE3-4F27-8648-922BBF1EBAF3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F0F1D-AF63-EE8D-0482-DE29B6C89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EB284-49B0-84AE-A9C9-E7B02CBFCF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09A7AE-BDB6-4CEB-A65C-8D6A5839C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256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E8BAC-82BD-B4D9-DEDB-4780205F2D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Java LinkedList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64573A-BF6D-B291-3197-2B1A9A5C81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35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C3155-D5B8-B322-3C2F-62A2FA648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C0C7B-8808-166A-E8A6-42FEAAC49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Java LinkedList is a doubly linked list implementation of java’s list and deque </a:t>
            </a:r>
            <a:r>
              <a:rPr lang="en-IN" dirty="0" err="1"/>
              <a:t>interfaces.LinkedList</a:t>
            </a:r>
            <a:r>
              <a:rPr lang="en-IN" dirty="0"/>
              <a:t> class is located in </a:t>
            </a:r>
            <a:r>
              <a:rPr lang="en-IN" dirty="0" err="1"/>
              <a:t>java.util</a:t>
            </a:r>
            <a:r>
              <a:rPr lang="en-IN" dirty="0"/>
              <a:t> package.</a:t>
            </a:r>
          </a:p>
          <a:p>
            <a:r>
              <a:rPr lang="en-IN" dirty="0"/>
              <a:t>Java LinkedList maintains the insertion order of the elements</a:t>
            </a:r>
          </a:p>
          <a:p>
            <a:r>
              <a:rPr lang="en-IN" dirty="0"/>
              <a:t>LinkedList in java can grow and shrink dynamically as items are added or removed</a:t>
            </a:r>
          </a:p>
          <a:p>
            <a:r>
              <a:rPr lang="en-IN" dirty="0"/>
              <a:t>LinkedList can have duplicate and null values</a:t>
            </a:r>
          </a:p>
          <a:p>
            <a:r>
              <a:rPr lang="en-IN" dirty="0"/>
              <a:t>The LinkedList class implements Queue and Deque interfaces. Therefore, It can also be used as a Queue, Deque or stack</a:t>
            </a:r>
          </a:p>
          <a:p>
            <a:r>
              <a:rPr lang="en-IN" dirty="0"/>
              <a:t>You cannot create an LinkedList Of primitive Types</a:t>
            </a:r>
          </a:p>
          <a:p>
            <a:r>
              <a:rPr lang="en-IN" dirty="0"/>
              <a:t>Java LinkedList is not thread-safe(Not </a:t>
            </a:r>
            <a:r>
              <a:rPr lang="en-IN" dirty="0" err="1"/>
              <a:t>Synchonized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08539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F767D-8C3D-23A4-4B4B-6195ECDE1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Java LinkedList Class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E7944-F41E-8ADB-B6A3-1D174C25E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41797D-489D-547A-854C-A3A4F01CD289}"/>
              </a:ext>
            </a:extLst>
          </p:cNvPr>
          <p:cNvSpPr/>
          <p:nvPr/>
        </p:nvSpPr>
        <p:spPr>
          <a:xfrm>
            <a:off x="4541520" y="1506221"/>
            <a:ext cx="1554480" cy="4229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Iterable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8ED9C5-95C8-3DD7-67B1-E5E9EDA41786}"/>
              </a:ext>
            </a:extLst>
          </p:cNvPr>
          <p:cNvSpPr/>
          <p:nvPr/>
        </p:nvSpPr>
        <p:spPr>
          <a:xfrm>
            <a:off x="4579622" y="2408874"/>
            <a:ext cx="1394460" cy="4229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Collection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1A15C7-2BE6-EBD5-A83A-70793E48C0F8}"/>
              </a:ext>
            </a:extLst>
          </p:cNvPr>
          <p:cNvSpPr/>
          <p:nvPr/>
        </p:nvSpPr>
        <p:spPr>
          <a:xfrm>
            <a:off x="2377440" y="3612674"/>
            <a:ext cx="1520190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List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19EE56-894E-23C7-854F-CCACDA0296E3}"/>
              </a:ext>
            </a:extLst>
          </p:cNvPr>
          <p:cNvSpPr/>
          <p:nvPr/>
        </p:nvSpPr>
        <p:spPr>
          <a:xfrm>
            <a:off x="7486650" y="3577590"/>
            <a:ext cx="1520190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Queue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DF972F-3B5A-9517-A311-0100A8AF85CA}"/>
              </a:ext>
            </a:extLst>
          </p:cNvPr>
          <p:cNvSpPr/>
          <p:nvPr/>
        </p:nvSpPr>
        <p:spPr>
          <a:xfrm>
            <a:off x="7623810" y="4857750"/>
            <a:ext cx="1383030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Deque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CF03E6-8EE5-D212-D1E6-293E2D9EABE7}"/>
              </a:ext>
            </a:extLst>
          </p:cNvPr>
          <p:cNvSpPr/>
          <p:nvPr/>
        </p:nvSpPr>
        <p:spPr>
          <a:xfrm>
            <a:off x="4579622" y="5760720"/>
            <a:ext cx="2049778" cy="4162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LinkedList</a:t>
            </a:r>
          </a:p>
        </p:txBody>
      </p:sp>
    </p:spTree>
    <p:extLst>
      <p:ext uri="{BB962C8B-B14F-4D97-AF65-F5344CB8AC3E}">
        <p14:creationId xmlns:p14="http://schemas.microsoft.com/office/powerpoint/2010/main" val="1303596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107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Java LinkedList</vt:lpstr>
      <vt:lpstr>PowerPoint Presentation</vt:lpstr>
      <vt:lpstr>Java LinkedList Class Hierarchy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Mandy Mani</dc:creator>
  <cp:lastModifiedBy>Mandy Mani</cp:lastModifiedBy>
  <cp:revision>1</cp:revision>
  <dcterms:created xsi:type="dcterms:W3CDTF">2026-10-01T06:08:29Z</dcterms:created>
  <dcterms:modified xsi:type="dcterms:W3CDTF">2026-10-01T06:23:07Z</dcterms:modified>
</cp:coreProperties>
</file>